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69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ENTERPRISE AI SAFETY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5029200" cy="36576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9260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safety layer between GitHub Copilot and LLM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95160" y="457200"/>
            <a:ext cx="1965960" cy="594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457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463040"/>
            <a:ext cx="1965960" cy="594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468880"/>
            <a:ext cx="1965960" cy="594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2468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 Enforcement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474720"/>
            <a:ext cx="1965960" cy="594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3474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LLM Bypass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40480" cy="3474720"/>
          </a:xfrm>
          <a:prstGeom prst="rect">
            <a:avLst/>
          </a:prstGeom>
          <a:solidFill>
            <a:srgbClr val="FFF3F3"/>
          </a:solidFill>
          <a:ln w="25400">
            <a:solidFill>
              <a:srgbClr val="AE20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3840480" cy="411480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WITHOUT GUARDRAILS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05840" cy="50292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1627632"/>
            <a:ext cx="182880" cy="73152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1417320"/>
            <a:ext cx="1005840" cy="50292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LLM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1627632"/>
            <a:ext cx="182880" cy="73152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13" name="Shape 11"/>
          <p:cNvSpPr/>
          <p:nvPr/>
        </p:nvSpPr>
        <p:spPr>
          <a:xfrm>
            <a:off x="3063240" y="1417320"/>
            <a:ext cx="1005840" cy="50292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103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Malware generation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Prompt injection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Data leaks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Unsafe code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compliance control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822960"/>
            <a:ext cx="3931920" cy="3474720"/>
          </a:xfrm>
          <a:prstGeom prst="rect">
            <a:avLst/>
          </a:prstGeom>
          <a:solidFill>
            <a:srgbClr val="F0FFF4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GUARDRAILS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417320"/>
            <a:ext cx="640080" cy="50292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32120" y="1627632"/>
            <a:ext cx="109728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Shape 24"/>
          <p:cNvSpPr/>
          <p:nvPr/>
        </p:nvSpPr>
        <p:spPr>
          <a:xfrm>
            <a:off x="5641848" y="1417320"/>
            <a:ext cx="640080" cy="5029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7" name="Text 25"/>
          <p:cNvSpPr/>
          <p:nvPr/>
        </p:nvSpPr>
        <p:spPr>
          <a:xfrm>
            <a:off x="5641848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Safety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81928" y="1627632"/>
            <a:ext cx="109728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Shape 27"/>
          <p:cNvSpPr/>
          <p:nvPr/>
        </p:nvSpPr>
        <p:spPr>
          <a:xfrm>
            <a:off x="6391656" y="1417320"/>
            <a:ext cx="640080" cy="50292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30" name="Text 28"/>
          <p:cNvSpPr/>
          <p:nvPr/>
        </p:nvSpPr>
        <p:spPr>
          <a:xfrm>
            <a:off x="6391656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LLM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31736" y="1627632"/>
            <a:ext cx="109728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2" name="Shape 30"/>
          <p:cNvSpPr/>
          <p:nvPr/>
        </p:nvSpPr>
        <p:spPr>
          <a:xfrm>
            <a:off x="7141464" y="1417320"/>
            <a:ext cx="640080" cy="5029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3" name="Text 31"/>
          <p:cNvSpPr/>
          <p:nvPr/>
        </p:nvSpPr>
        <p:spPr>
          <a:xfrm>
            <a:off x="7141464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Safety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81544" y="1627632"/>
            <a:ext cx="109728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5" name="Shape 33"/>
          <p:cNvSpPr/>
          <p:nvPr/>
        </p:nvSpPr>
        <p:spPr>
          <a:xfrm>
            <a:off x="7891272" y="1417320"/>
            <a:ext cx="640080" cy="50292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36" name="Text 34"/>
          <p:cNvSpPr/>
          <p:nvPr/>
        </p:nvSpPr>
        <p:spPr>
          <a:xfrm>
            <a:off x="7891272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Response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2103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Input validation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25146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 validation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2926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Policy enforcement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Audit capability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3749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Compliance ready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AI Guardrail Pipeline —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HIGH-LEVEL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463040"/>
            <a:ext cx="1298448" cy="1097280"/>
          </a:xfrm>
          <a:prstGeom prst="rect">
            <a:avLst/>
          </a:prstGeom>
          <a:solidFill>
            <a:srgbClr val="1D335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2267712"/>
            <a:ext cx="1298448" cy="18288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22860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D2BD"/>
                </a:solidFill>
              </a:rPr>
              <a:t>Developer / User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0" y="1975104"/>
            <a:ext cx="210312" cy="731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9" name="Text 7"/>
          <p:cNvSpPr/>
          <p:nvPr/>
        </p:nvSpPr>
        <p:spPr>
          <a:xfrm>
            <a:off x="1609344" y="18470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9396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10512" y="1463040"/>
            <a:ext cx="1298448" cy="1097280"/>
          </a:xfrm>
          <a:prstGeom prst="rect">
            <a:avLst/>
          </a:prstGeom>
          <a:solidFill>
            <a:srgbClr val="005F7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10512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COPILOT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10512" y="2267712"/>
            <a:ext cx="1298448" cy="18288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13" name="Text 11"/>
          <p:cNvSpPr/>
          <p:nvPr/>
        </p:nvSpPr>
        <p:spPr>
          <a:xfrm>
            <a:off x="1810512" y="22860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D2BD"/>
                </a:solidFill>
              </a:rPr>
              <a:t>VS Code Agent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08960" y="1975104"/>
            <a:ext cx="210312" cy="731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5" name="Text 13"/>
          <p:cNvSpPr/>
          <p:nvPr/>
        </p:nvSpPr>
        <p:spPr>
          <a:xfrm>
            <a:off x="3163824" y="18470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9396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64992" y="1463040"/>
            <a:ext cx="1298448" cy="1097280"/>
          </a:xfrm>
          <a:prstGeom prst="rect">
            <a:avLst/>
          </a:prstGeom>
          <a:solidFill>
            <a:srgbClr val="0A939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64992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MCP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64992" y="2267712"/>
            <a:ext cx="1298448" cy="18288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22860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D2BD"/>
                </a:solidFill>
              </a:rPr>
              <a:t>guarded_chat()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975104"/>
            <a:ext cx="210312" cy="731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1" name="Text 19"/>
          <p:cNvSpPr/>
          <p:nvPr/>
        </p:nvSpPr>
        <p:spPr>
          <a:xfrm>
            <a:off x="4718304" y="18470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9396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19472" y="1463040"/>
            <a:ext cx="1298448" cy="1097280"/>
          </a:xfrm>
          <a:prstGeom prst="rect">
            <a:avLst/>
          </a:prstGeom>
          <a:solidFill>
            <a:srgbClr val="CA670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9472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NeMo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GUARDRAILS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19472" y="2267712"/>
            <a:ext cx="1298448" cy="18288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2860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D2BD"/>
                </a:solidFill>
              </a:rPr>
              <a:t>Safety Engine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1975104"/>
            <a:ext cx="210312" cy="731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7" name="Text 25"/>
          <p:cNvSpPr/>
          <p:nvPr/>
        </p:nvSpPr>
        <p:spPr>
          <a:xfrm>
            <a:off x="6272784" y="18470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9396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73952" y="1463040"/>
            <a:ext cx="1298448" cy="1097280"/>
          </a:xfrm>
          <a:prstGeom prst="rect">
            <a:avLst/>
          </a:prstGeom>
          <a:solidFill>
            <a:srgbClr val="1D335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73952" y="155448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(GPT-4o)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73952" y="2267712"/>
            <a:ext cx="1298448" cy="18288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22860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D2BD"/>
                </a:solidFill>
              </a:rPr>
              <a:t>Enterprise Model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2971800"/>
            <a:ext cx="8631936" cy="54864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" y="3090672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5F73"/>
                </a:solidFill>
              </a:rPr>
              <a:t>◀  Response path (output validation → user)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2834640"/>
            <a:ext cx="1188720" cy="237744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0" y="2834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Input Check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0" y="2834640"/>
            <a:ext cx="1188720" cy="237744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2834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 Check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14400" y="4572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C757D"/>
                </a:solidFill>
              </a:rPr>
              <a:t>Design Pattern: AI Gateway / Guardrail Middleware Architecture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AI Guardrail Pipeline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" cy="173736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GitHub Copilot Agent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1097280" cy="219456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167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Request Controller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all user requests through the guardrail tool. Never answers directly — forces guarded_chat() usage.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109728" cy="173736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MCP Tool (guarded_chat)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316736"/>
            <a:ext cx="1097280" cy="219456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3167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Entry Gate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6276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Copilot and NeMo. Receives prompt → sends to guardrails → returns safe response.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43200"/>
            <a:ext cx="109728" cy="1737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NeMo Guardrails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36976"/>
            <a:ext cx="1097280" cy="219456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369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Safety Engine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54787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 &amp; output against safety policies. Blocks malware, injection, data leaks. Defined via YAML + Colang flows.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7432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743200"/>
            <a:ext cx="109728" cy="1737360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GPT-4o (LLM)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3236976"/>
            <a:ext cx="1097280" cy="219456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2369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Response Generator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2040" y="354787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LLM only reached after input validation. Response again checked before returning to user.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AI Guardrail Pipeline — Component Deep-Dive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REQUEST FLOW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261872" cy="777240"/>
          </a:xfrm>
          <a:prstGeom prst="rect">
            <a:avLst/>
          </a:prstGeom>
          <a:solidFill>
            <a:srgbClr val="1D3354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640080"/>
            <a:ext cx="365760" cy="365760"/>
          </a:xfrm>
          <a:prstGeom prst="ellipse">
            <a:avLst/>
          </a:prstGeom>
          <a:solidFill>
            <a:srgbClr val="CA6702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" y="868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sends prompt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1078992" cy="9144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" y="13898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D2BD"/>
                </a:solidFill>
              </a:rPr>
              <a:t>e.g. "Write a Python sort function"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444752" y="1184148"/>
            <a:ext cx="73152" cy="54864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11" name="Shape 9"/>
          <p:cNvSpPr/>
          <p:nvPr/>
        </p:nvSpPr>
        <p:spPr>
          <a:xfrm>
            <a:off x="1517904" y="822960"/>
            <a:ext cx="1261872" cy="777240"/>
          </a:xfrm>
          <a:prstGeom prst="rect">
            <a:avLst/>
          </a:prstGeom>
          <a:solidFill>
            <a:srgbClr val="005F73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640080"/>
            <a:ext cx="365760" cy="365760"/>
          </a:xfrm>
          <a:prstGeom prst="ellipse">
            <a:avLst/>
          </a:prstGeom>
          <a:solidFill>
            <a:srgbClr val="CA6702"/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72768" y="868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Copilot Agent invokes guarded_chat()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9344" y="1371600"/>
            <a:ext cx="1078992" cy="9144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16" name="Text 14"/>
          <p:cNvSpPr/>
          <p:nvPr/>
        </p:nvSpPr>
        <p:spPr>
          <a:xfrm>
            <a:off x="1572768" y="13898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D2BD"/>
                </a:solidFill>
              </a:rPr>
              <a:t>MCP tool called — no direct answer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79776" y="1184148"/>
            <a:ext cx="73152" cy="54864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18" name="Shape 16"/>
          <p:cNvSpPr/>
          <p:nvPr/>
        </p:nvSpPr>
        <p:spPr>
          <a:xfrm>
            <a:off x="2852928" y="822960"/>
            <a:ext cx="1261872" cy="777240"/>
          </a:xfrm>
          <a:prstGeom prst="rect">
            <a:avLst/>
          </a:prstGeom>
          <a:solidFill>
            <a:srgbClr val="0A9396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00984" y="640080"/>
            <a:ext cx="365760" cy="365760"/>
          </a:xfrm>
          <a:prstGeom prst="ellipse">
            <a:avLst/>
          </a:prstGeom>
          <a:solidFill>
            <a:srgbClr val="CA6702"/>
          </a:solidFill>
          <a:ln/>
        </p:spPr>
      </p:sp>
      <p:sp>
        <p:nvSpPr>
          <p:cNvPr id="20" name="Text 18"/>
          <p:cNvSpPr/>
          <p:nvPr/>
        </p:nvSpPr>
        <p:spPr>
          <a:xfrm>
            <a:off x="3300984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07792" y="868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NeMo checks INPUT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44368" y="1371600"/>
            <a:ext cx="1078992" cy="9144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23" name="Text 21"/>
          <p:cNvSpPr/>
          <p:nvPr/>
        </p:nvSpPr>
        <p:spPr>
          <a:xfrm>
            <a:off x="2907792" y="13898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D2BD"/>
                </a:solidFill>
              </a:rPr>
              <a:t>Safe? → Continue  |  Unsafe? → BLOCK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0" y="1184148"/>
            <a:ext cx="73152" cy="54864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25" name="Shape 23"/>
          <p:cNvSpPr/>
          <p:nvPr/>
        </p:nvSpPr>
        <p:spPr>
          <a:xfrm>
            <a:off x="4187952" y="822960"/>
            <a:ext cx="1261872" cy="777240"/>
          </a:xfrm>
          <a:prstGeom prst="rect">
            <a:avLst/>
          </a:prstGeom>
          <a:solidFill>
            <a:srgbClr val="1D3354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640080"/>
            <a:ext cx="365760" cy="365760"/>
          </a:xfrm>
          <a:prstGeom prst="ellipse">
            <a:avLst/>
          </a:prstGeom>
          <a:solidFill>
            <a:srgbClr val="CA6702"/>
          </a:solidFill>
          <a:ln/>
        </p:spPr>
      </p:sp>
      <p:sp>
        <p:nvSpPr>
          <p:cNvPr id="27" name="Text 25"/>
          <p:cNvSpPr/>
          <p:nvPr/>
        </p:nvSpPr>
        <p:spPr>
          <a:xfrm>
            <a:off x="4636008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42816" y="868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LLM generates response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79392" y="1371600"/>
            <a:ext cx="1078992" cy="9144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30" name="Text 28"/>
          <p:cNvSpPr/>
          <p:nvPr/>
        </p:nvSpPr>
        <p:spPr>
          <a:xfrm>
            <a:off x="4242816" y="13898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D2BD"/>
                </a:solidFill>
              </a:rPr>
              <a:t>GPT-4o produces answer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49824" y="1184148"/>
            <a:ext cx="73152" cy="54864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32" name="Shape 30"/>
          <p:cNvSpPr/>
          <p:nvPr/>
        </p:nvSpPr>
        <p:spPr>
          <a:xfrm>
            <a:off x="5522976" y="822960"/>
            <a:ext cx="1261872" cy="777240"/>
          </a:xfrm>
          <a:prstGeom prst="rect">
            <a:avLst/>
          </a:prstGeom>
          <a:solidFill>
            <a:srgbClr val="0A9396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71032" y="640080"/>
            <a:ext cx="365760" cy="365760"/>
          </a:xfrm>
          <a:prstGeom prst="ellipse">
            <a:avLst/>
          </a:prstGeom>
          <a:solidFill>
            <a:srgbClr val="CA6702"/>
          </a:solidFill>
          <a:ln/>
        </p:spPr>
      </p:sp>
      <p:sp>
        <p:nvSpPr>
          <p:cNvPr id="34" name="Text 32"/>
          <p:cNvSpPr/>
          <p:nvPr/>
        </p:nvSpPr>
        <p:spPr>
          <a:xfrm>
            <a:off x="5971032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868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NeMo checks OUTPUT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14416" y="1371600"/>
            <a:ext cx="1078992" cy="9144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13898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D2BD"/>
                </a:solidFill>
              </a:rPr>
              <a:t>Safe? → Return  |  Unsafe? → BLOCK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784848" y="1184148"/>
            <a:ext cx="73152" cy="54864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822960"/>
            <a:ext cx="1261872" cy="777240"/>
          </a:xfrm>
          <a:prstGeom prst="rect">
            <a:avLst/>
          </a:prstGeom>
          <a:solidFill>
            <a:srgbClr val="2D6A4F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06056" y="640080"/>
            <a:ext cx="365760" cy="365760"/>
          </a:xfrm>
          <a:prstGeom prst="ellipse">
            <a:avLst/>
          </a:prstGeom>
          <a:solidFill>
            <a:srgbClr val="CA6702"/>
          </a:solidFill>
          <a:ln/>
        </p:spPr>
      </p:sp>
      <p:sp>
        <p:nvSpPr>
          <p:cNvPr id="41" name="Text 39"/>
          <p:cNvSpPr/>
          <p:nvPr/>
        </p:nvSpPr>
        <p:spPr>
          <a:xfrm>
            <a:off x="7306056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12864" y="868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receives safe answer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1371600"/>
            <a:ext cx="1078992" cy="9144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44" name="Text 42"/>
          <p:cNvSpPr/>
          <p:nvPr/>
        </p:nvSpPr>
        <p:spPr>
          <a:xfrm>
            <a:off x="6912864" y="13898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D2BD"/>
                </a:solidFill>
              </a:rPr>
              <a:t>Validated, policy-compliant response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82880" y="1920240"/>
            <a:ext cx="8778240" cy="347472"/>
          </a:xfrm>
          <a:prstGeom prst="rect">
            <a:avLst/>
          </a:prstGeom>
          <a:solidFill>
            <a:srgbClr val="E8F7F7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5F73"/>
                </a:solidFill>
              </a:rPr>
              <a:t>SAFE path — LLM never reached without passing input validation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237744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BLOCKED PATH  —  Unsafe Input Detected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74320" y="3154680"/>
            <a:ext cx="1463040" cy="64008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737360" y="3447288"/>
            <a:ext cx="164592" cy="54864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52" name="Shape 50"/>
          <p:cNvSpPr/>
          <p:nvPr/>
        </p:nvSpPr>
        <p:spPr>
          <a:xfrm>
            <a:off x="1901952" y="3154680"/>
            <a:ext cx="1463040" cy="64008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53" name="Text 51"/>
          <p:cNvSpPr/>
          <p:nvPr/>
        </p:nvSpPr>
        <p:spPr>
          <a:xfrm>
            <a:off x="1901952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guarded_chat()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364992" y="3447288"/>
            <a:ext cx="164592" cy="54864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55" name="Shape 53"/>
          <p:cNvSpPr/>
          <p:nvPr/>
        </p:nvSpPr>
        <p:spPr>
          <a:xfrm>
            <a:off x="3529584" y="3154680"/>
            <a:ext cx="1463040" cy="6400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56" name="Text 54"/>
          <p:cNvSpPr/>
          <p:nvPr/>
        </p:nvSpPr>
        <p:spPr>
          <a:xfrm>
            <a:off x="3529584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NeMo 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992624" y="3447288"/>
            <a:ext cx="164592" cy="54864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58" name="Shape 56"/>
          <p:cNvSpPr/>
          <p:nvPr/>
        </p:nvSpPr>
        <p:spPr>
          <a:xfrm>
            <a:off x="5157216" y="3154680"/>
            <a:ext cx="1463040" cy="640080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59" name="Text 57"/>
          <p:cNvSpPr/>
          <p:nvPr/>
        </p:nvSpPr>
        <p:spPr>
          <a:xfrm>
            <a:off x="5157216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BLOCKED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"Cannot assist"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7432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2012"/>
                </a:solidFill>
              </a:rPr>
              <a:t>LLM never reached — blocked at guardrail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AI Guardrail Pipeline — Request Flow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NeMo GUARDRAILS — SAFETY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91840" y="777240"/>
            <a:ext cx="2560320" cy="3474720"/>
          </a:xfrm>
          <a:prstGeom prst="rect">
            <a:avLst/>
          </a:prstGeom>
          <a:solidFill>
            <a:srgbClr val="0A9396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1234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NeMo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Guardrails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Engine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2468880"/>
            <a:ext cx="2377440" cy="36576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• config.yml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• prompts.yml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3255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• rails.co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3602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• app.py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91440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914400"/>
            <a:ext cx="2834640" cy="36576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GUARDRAILS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417320"/>
            <a:ext cx="201168" cy="201168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1417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Prompt Injection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892808"/>
            <a:ext cx="201168" cy="201168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1892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1892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Malware Requests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368296"/>
            <a:ext cx="201168" cy="201168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368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2368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Hacking Attempts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843784"/>
            <a:ext cx="201168" cy="201168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6928" y="28437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Credential Theft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319272"/>
            <a:ext cx="201168" cy="201168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319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" y="3319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Social Engineering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63240" y="2377440"/>
            <a:ext cx="256032" cy="73152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30" name="Text 28"/>
          <p:cNvSpPr/>
          <p:nvPr/>
        </p:nvSpPr>
        <p:spPr>
          <a:xfrm>
            <a:off x="315468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6702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80760" y="91440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914400"/>
            <a:ext cx="2834640" cy="36576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GUARDRAILS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1417320"/>
            <a:ext cx="201168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19088" y="1417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Unsafe Instructions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1892808"/>
            <a:ext cx="201168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1892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19088" y="1892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 Leaks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2368296"/>
            <a:ext cx="201168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2368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19088" y="2368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Harmful Code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72200" y="2843784"/>
            <a:ext cx="201168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19088" y="28437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Policy Violations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72200" y="3319272"/>
            <a:ext cx="201168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7" name="Text 45"/>
          <p:cNvSpPr/>
          <p:nvPr/>
        </p:nvSpPr>
        <p:spPr>
          <a:xfrm>
            <a:off x="6172200" y="3319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19088" y="3319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Sensitive Info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24728" y="2377440"/>
            <a:ext cx="256032" cy="73152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50" name="Text 48"/>
          <p:cNvSpPr/>
          <p:nvPr/>
        </p:nvSpPr>
        <p:spPr>
          <a:xfrm>
            <a:off x="5824728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6702"/>
                </a:solidFill>
              </a:rPr>
              <a:t>▶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AI Guardrail Pipeline — NeMo Engine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CONFIGURATION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3891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777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config.yml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77440" y="777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D2BD"/>
                </a:solidFill>
              </a:rPr>
              <a:t>LLM &amp; Guardrail Config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which LLM to use, which safety checks to enable, guardrail flows and model parameters.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4114800" cy="43891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777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prompts.yml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777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D2BD"/>
                </a:solidFill>
              </a:rPr>
              <a:t>Safety Policy Definitions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64608" y="12801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to block on input (malware, hacking, injection) and output (unsafe instructions, data leaks).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4114800" cy="438912"/>
          </a:xfrm>
          <a:prstGeom prst="rect">
            <a:avLst/>
          </a:prstGeom>
          <a:solidFill>
            <a:srgbClr val="CA670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743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rails.co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77440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D2BD"/>
                </a:solidFill>
              </a:rPr>
              <a:t>Workflow Definition (Colang)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246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guardrails behave step-by-step: check input → refuse if unsafe → generate → check output → refuse if unsafe.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43200"/>
            <a:ext cx="4114800" cy="438912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743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D2BD"/>
                </a:solidFill>
              </a:rPr>
              <a:t>Runtime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3246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MCP server, loads guardrails config, exposes guarded_chat() tool, processes all requests end-to-end.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AI Guardrail Pipeline — Configuration Files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BENEFITS &amp; ENTERPRISE VALUE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508760"/>
          </a:xfrm>
          <a:prstGeom prst="rect">
            <a:avLst/>
          </a:prstGeom>
          <a:solidFill>
            <a:srgbClr val="1D3354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60120"/>
            <a:ext cx="402336" cy="40233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960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463040"/>
            <a:ext cx="2423160" cy="36576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554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safety-checked before LLM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1508760"/>
          </a:xfrm>
          <a:prstGeom prst="rect">
            <a:avLst/>
          </a:prstGeom>
          <a:solidFill>
            <a:srgbClr val="1D3354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960120"/>
            <a:ext cx="402336" cy="40233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67328" y="960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 Validation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0128" y="1463040"/>
            <a:ext cx="2423160" cy="36576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554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scanned before returning to user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822960"/>
            <a:ext cx="2651760" cy="1508760"/>
          </a:xfrm>
          <a:prstGeom prst="rect">
            <a:avLst/>
          </a:prstGeom>
          <a:solidFill>
            <a:srgbClr val="1D3354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960120"/>
            <a:ext cx="402336" cy="40233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93408" y="960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Policy Enforcement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6208" y="1463040"/>
            <a:ext cx="2423160" cy="36576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1554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 defined as code (YAML + Colang)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2651760" cy="1508760"/>
          </a:xfrm>
          <a:prstGeom prst="rect">
            <a:avLst/>
          </a:prstGeom>
          <a:solidFill>
            <a:srgbClr val="1D3354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2651760"/>
            <a:ext cx="402336" cy="40233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 Governance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" y="3154680"/>
            <a:ext cx="2423160" cy="36576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can't bypass guardrails — enforced by MCP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514600"/>
            <a:ext cx="2651760" cy="1508760"/>
          </a:xfrm>
          <a:prstGeom prst="rect">
            <a:avLst/>
          </a:prstGeom>
          <a:solidFill>
            <a:srgbClr val="1D3354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0128" y="2651760"/>
            <a:ext cx="402336" cy="40233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30" name="Text 28"/>
          <p:cNvSpPr/>
          <p:nvPr/>
        </p:nvSpPr>
        <p:spPr>
          <a:xfrm>
            <a:off x="331012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67328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Independence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10128" y="3154680"/>
            <a:ext cx="2423160" cy="36576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33" name="Text 31"/>
          <p:cNvSpPr/>
          <p:nvPr/>
        </p:nvSpPr>
        <p:spPr>
          <a:xfrm>
            <a:off x="3310128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LLM behind the guardrail layer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514600"/>
            <a:ext cx="2651760" cy="1508760"/>
          </a:xfrm>
          <a:prstGeom prst="rect">
            <a:avLst/>
          </a:prstGeom>
          <a:solidFill>
            <a:srgbClr val="1D3354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2651760"/>
            <a:ext cx="402336" cy="40233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36" name="Text 34"/>
          <p:cNvSpPr/>
          <p:nvPr/>
        </p:nvSpPr>
        <p:spPr>
          <a:xfrm>
            <a:off x="62362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93408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 Capability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36208" y="3154680"/>
            <a:ext cx="2423160" cy="36576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39" name="Text 37"/>
          <p:cNvSpPr/>
          <p:nvPr/>
        </p:nvSpPr>
        <p:spPr>
          <a:xfrm>
            <a:off x="6236208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request/response pipeline can be logged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"We built an AI governance layer that ensures every Copilot request is safety-checked before and after LLM processing."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643</Words>
  <Application>Microsoft Office PowerPoint</Application>
  <PresentationFormat>On-screen Show 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Guardrail Pipeline</dc:title>
  <dc:subject>PptxGenJS Presentation</dc:subject>
  <dc:creator>PptxGenJS</dc:creator>
  <cp:lastModifiedBy>Balasubramanian, Anuradha</cp:lastModifiedBy>
  <cp:revision>2</cp:revision>
  <dcterms:created xsi:type="dcterms:W3CDTF">2026-03-29T05:32:03Z</dcterms:created>
  <dcterms:modified xsi:type="dcterms:W3CDTF">2026-03-29T05:35:39Z</dcterms:modified>
</cp:coreProperties>
</file>